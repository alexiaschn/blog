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Portes ouvertes DH - Analyse lexicale statistique d’un guide TV queer et féministe en ligne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Alexia Schneider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03500" y="1193800"/>
            <a:ext cx="392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Le guide TV d’Autostraddle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 very intense film in which there is A SEXUAL SCENE involving rapidly unraveling ballerina Natalie Portman and freewheeling dancer Mila Kunis. I feel like they’re gonna put this in the LGBTQ Stories section and I am going to side-eye that. — Riese Bernard au sujet de l’ajout de </a:t>
            </a:r>
            <a:r>
              <a:rPr sz="2000" i="1"/>
              <a:t>Black Swan</a:t>
            </a:r>
            <a:r>
              <a:rPr sz="2000"/>
              <a:t> au catalogue d’Amazon Prime Video en juin 2021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de recherche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Comment est-ce que le guide TV d’Autostraddle évolue avec les environnements de diffusion cinématographique et télévisuel états-unien ?</a:t>
            </a:r>
          </a:p>
          <a:p>
            <a:pPr lvl="0" indent="-342900" marL="342900">
              <a:buAutoNum type="arabicPeriod"/>
            </a:pPr>
            <a:r>
              <a:rPr/>
              <a:t>Quels sont les termes employés pour que la communauté réunie par Autostraddle s’identifie elle-même et identifie des films ou séries qui lui sont pertinents 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Web Scrapping puis extraction manuelle des 1977 films et séries recommandés accompagnés du commentaire/revue.</a:t>
            </a:r>
          </a:p>
          <a:p>
            <a:pPr lvl="0" indent="0" marL="0">
              <a:buNone/>
            </a:pPr>
            <a:r>
              <a:rPr/>
              <a:t>Extraction des termes relatifs à la diversité de genres et de sexualité avec des expressions régulières (regex).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Résultats</a:t>
            </a:r>
          </a:p>
        </p:txBody>
      </p:sp>
      <p:pic>
        <p:nvPicPr>
          <p:cNvPr descr="img/as_cou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19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3 périodes se dégagent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2009 - 2015 communauté restreinte à l’écran et en ligne</a:t>
            </a:r>
          </a:p>
          <a:p>
            <a:pPr lvl="0" indent="0" marL="0">
              <a:buNone/>
            </a:pPr>
            <a:r>
              <a:rPr/>
              <a:t>2017-2020 : multiplication des représentations et stratégie d’optimisation</a:t>
            </a:r>
          </a:p>
          <a:p>
            <a:pPr lvl="0" indent="0" marL="0">
              <a:buNone/>
            </a:pPr>
            <a:r>
              <a:rPr/>
              <a:t>2021-actuel : diversification thématique, déclin quantitatif et confirmation du role médiatique du site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s_term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35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Diversification narrative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s_que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59000" y="1193800"/>
            <a:ext cx="483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Queer vs. Gay: opposition entre le titre et le contenu du guide TV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s_chron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22500" y="1193800"/>
            <a:ext cx="471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Adoption de la terminologie académique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Références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Cameron, K. (2017). Constructing queer female cyberspace : The L Word fandom and Autostraddle.com. Transformative Works and Cultures, (24). https://doi.org/10.3983/twc.2017.846</a:t>
            </a:r>
          </a:p>
          <a:p>
            <a:pPr lvl="0" indent="0" marL="0">
              <a:buNone/>
            </a:pPr>
            <a:r>
              <a:rPr/>
              <a:t>Ng, E. (2013). A “Post-Gay” Era? Media Gaystreaming, Homonormativity, and the Politics of LGBT Integration. Communication, Culture &amp; Critique, 6(2), 258‑283. https://doi.org/10.1111/cccr.12013</a:t>
            </a:r>
          </a:p>
          <a:p>
            <a:pPr lvl="0" indent="0" marL="0">
              <a:buNone/>
            </a:pPr>
            <a:r>
              <a:rPr/>
              <a:t>Obbard, K., &amp; McLean, L. (2024). Queering the System from within : Autostraddle as a Method for Future Digital Worlds. Australian Feminist Studies, 39(121), 371‑391. https://doi.org/10.1080/08164649.2024.2306608</a:t>
            </a:r>
          </a:p>
          <a:p>
            <a:pPr lvl="0" indent="0" marL="0">
              <a:buNone/>
            </a:pPr>
            <a:r>
              <a:rPr/>
              <a:t>Rapports GLAAD “Where we are on TV”: https://glaad.org/research/page/1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Portes ouvertes DH - Analyse lexicale statistique d’un guide TV queer et féministe en ligne</dc:title>
  <dc:creator>Alexia Schneider</dc:creator>
  <cp:keywords/>
  <dcterms:created xsi:type="dcterms:W3CDTF">2026-09-24T15:28:40Z</dcterms:created>
  <dcterms:modified xsi:type="dcterms:W3CDTF">2026-09-24T15:28:40Z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../phd_udem.bib</vt:lpwstr>
  </property>
  <property fmtid="{D5CDD505-2E9C-101B-9397-08002B2CF9AE}" pid="5" name="by-author">
    <vt:lpwstr/>
  </property>
  <property fmtid="{D5CDD505-2E9C-101B-9397-08002B2CF9AE}" pid="6" name="colorlinks">
    <vt:lpwstr>True</vt:lpwstr>
  </property>
  <property fmtid="{D5CDD505-2E9C-101B-9397-08002B2CF9AE}" pid="7" name="date">
    <vt:lpwstr>2026-09-24</vt:lpwstr>
  </property>
  <property fmtid="{D5CDD505-2E9C-101B-9397-08002B2CF9AE}" pid="8" name="fig-cap-location">
    <vt:lpwstr>bottom</vt:lpwstr>
  </property>
  <property fmtid="{D5CDD505-2E9C-101B-9397-08002B2CF9AE}" pid="9" name="footer">
    <vt:lpwstr>Alexia Schneider - 2026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nk-citations">
    <vt:lpwstr>True</vt:lpwstr>
  </property>
  <property fmtid="{D5CDD505-2E9C-101B-9397-08002B2CF9AE}" pid="15" name="logo">
    <vt:lpwstr>img/stickerAvecTexte.png</vt:lpwstr>
  </property>
  <property fmtid="{D5CDD505-2E9C-101B-9397-08002B2CF9AE}" pid="16" name="resources">
    <vt:lpwstr/>
  </property>
  <property fmtid="{D5CDD505-2E9C-101B-9397-08002B2CF9AE}" pid="17" name="scrollable">
    <vt:lpwstr>True</vt:lpwstr>
  </property>
  <property fmtid="{D5CDD505-2E9C-101B-9397-08002B2CF9AE}" pid="18" name="slide-number">
    <vt:lpwstr>True</vt:lpwstr>
  </property>
  <property fmtid="{D5CDD505-2E9C-101B-9397-08002B2CF9AE}" pid="19" name="smaller">
    <vt:lpwstr>True</vt:lpwstr>
  </property>
  <property fmtid="{D5CDD505-2E9C-101B-9397-08002B2CF9AE}" pid="20" name="toc-title">
    <vt:lpwstr>Table of contents</vt:lpwstr>
  </property>
</Properties>
</file>